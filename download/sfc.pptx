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2" r:id="rId8"/>
    <p:sldId id="261" r:id="rId9"/>
    <p:sldId id="265" r:id="rId10"/>
    <p:sldId id="263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aximized">
    <p:restoredLeft sz="14607" autoAdjust="0"/>
    <p:restoredTop sz="94660"/>
  </p:normalViewPr>
  <p:slideViewPr>
    <p:cSldViewPr>
      <p:cViewPr varScale="1">
        <p:scale>
          <a:sx n="100" d="100"/>
          <a:sy n="100" d="100"/>
        </p:scale>
        <p:origin x="-797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pPr/>
              <a:t>2026/1/31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9" name="矩形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矩形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矩形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2" name="矩形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56" name="矩形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65" name="矩形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66" name="矩形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67" name="矩形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pPr/>
              <a:t>2026/1/31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15" name="任意多边形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13" name="任意多边形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16" name="任意多边形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17" name="任意多边形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18" name="任意多边形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19" name="任意多边形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20" name="任意多边形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21" name="任意多边形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22" name="任意多边形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23" name="任意多边形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24" name="任意多边形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25" name="任意多边形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26" name="任意多边形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27" name="任意多边形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pPr/>
              <a:t>2026/1/31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矩形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矩形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1" name="矩形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矩形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pPr/>
              <a:t>2026/1/31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pPr/>
              <a:t>2026/1/31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矩形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矩形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9" name="矩形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矩形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矩形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矩形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9" name="矩形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矩形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pPr/>
              <a:t>2026/1/31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pPr/>
              <a:t>2026/1/31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pPr/>
              <a:t>2026/1/31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直接连接符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grpSp>
        <p:nvGrpSpPr>
          <p:cNvPr id="14" name="组合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直接连接符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直接连接符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pPr/>
              <a:t>2026/1/31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pPr/>
              <a:t>2026/1/31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pPr/>
              <a:t>2026/1/31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矩形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矩形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矩形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1" name="矩形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矩形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矩形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矩形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矩形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2026/1/31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沙漠</a:t>
            </a:r>
            <a:r>
              <a:rPr lang="zh-CN" altLang="en-US" smtClean="0">
                <a:latin typeface="华文行楷" pitchFamily="2" charset="-122"/>
                <a:ea typeface="华文行楷" pitchFamily="2" charset="-122"/>
              </a:rPr>
              <a:t>防治</a:t>
            </a:r>
            <a:r>
              <a:rPr lang="zh-CN" altLang="en-US" smtClean="0">
                <a:latin typeface="华文行楷" pitchFamily="2" charset="-122"/>
                <a:ea typeface="华文行楷" pitchFamily="2" charset="-122"/>
              </a:rPr>
              <a:t>手册</a:t>
            </a:r>
            <a:endParaRPr lang="zh-CN" altLang="en-US" dirty="0">
              <a:latin typeface="等线 Light" pitchFamily="2" charset="-122"/>
              <a:ea typeface="等线 Light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err="1" smtClean="0">
                <a:latin typeface="等线" pitchFamily="2" charset="-122"/>
                <a:ea typeface="等线" pitchFamily="2" charset="-122"/>
              </a:rPr>
              <a:t>S.F.C.Community</a:t>
            </a:r>
            <a:r>
              <a:rPr lang="en-US" altLang="zh-CN" smtClean="0">
                <a:latin typeface="等线" pitchFamily="2" charset="-122"/>
                <a:ea typeface="等线" pitchFamily="2" charset="-122"/>
              </a:rPr>
              <a:t> Edition 3.5-Snapshot-26w01a</a:t>
            </a:r>
            <a:endParaRPr lang="en-US" altLang="zh-CN" dirty="0" smtClean="0">
              <a:latin typeface="等线" pitchFamily="2" charset="-122"/>
              <a:ea typeface="等线" pitchFamily="2" charset="-122"/>
            </a:endParaRPr>
          </a:p>
          <a:p>
            <a:r>
              <a:rPr lang="en-US" altLang="zh-CN" dirty="0" smtClean="0">
                <a:latin typeface="等线" pitchFamily="2" charset="-122"/>
                <a:ea typeface="等线" pitchFamily="2" charset="-122"/>
              </a:rPr>
              <a:t>by E</a:t>
            </a:r>
            <a:r>
              <a:rPr lang="zh-CN" altLang="en-US" dirty="0" smtClean="0">
                <a:latin typeface="等线" pitchFamily="2" charset="-122"/>
                <a:ea typeface="等线" pitchFamily="2" charset="-122"/>
              </a:rPr>
              <a:t>＆</a:t>
            </a:r>
            <a:r>
              <a:rPr lang="en-US" altLang="zh-CN" dirty="0" smtClean="0">
                <a:latin typeface="等线" pitchFamily="2" charset="-122"/>
                <a:ea typeface="等线" pitchFamily="2" charset="-122"/>
              </a:rPr>
              <a:t>B</a:t>
            </a:r>
            <a:endParaRPr lang="zh-CN" altLang="en-US" dirty="0">
              <a:latin typeface="等线" pitchFamily="2" charset="-122"/>
              <a:ea typeface="等线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 rot="16200000">
            <a:off x="-2858582" y="3247173"/>
            <a:ext cx="455124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8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j-ea"/>
                <a:ea typeface="+mj-ea"/>
              </a:rPr>
              <a:t>S.F.C</a:t>
            </a:r>
            <a:r>
              <a:rPr lang="en-US" altLang="zh-CN" sz="280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j-ea"/>
                <a:ea typeface="+mj-ea"/>
              </a:rPr>
              <a:t>. Community Team</a:t>
            </a:r>
            <a:r>
              <a:rPr lang="en-US" altLang="zh-CN" sz="28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j-ea"/>
                <a:ea typeface="+mj-ea"/>
              </a:rPr>
              <a:t>/</a:t>
            </a:r>
            <a:r>
              <a:rPr lang="zh-CN" altLang="en-US" sz="28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j-ea"/>
                <a:ea typeface="+mj-ea"/>
              </a:rPr>
              <a:t>制作</a:t>
            </a:r>
            <a:endParaRPr lang="zh-CN" altLang="en-US" sz="28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mtClean="0"/>
              <a:t>Community Edition-snapshot</a:t>
            </a:r>
            <a:br>
              <a:rPr lang="en-US" altLang="zh-CN" smtClean="0"/>
            </a:br>
            <a:r>
              <a:rPr lang="en-US" altLang="zh-CN" smtClean="0"/>
              <a:t>26w01a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mtClean="0"/>
              <a:t>版本信息：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600" y="548680"/>
            <a:ext cx="7772400" cy="914400"/>
          </a:xfrm>
        </p:spPr>
        <p:txBody>
          <a:bodyPr/>
          <a:lstStyle/>
          <a:p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沙漠防治手册</a:t>
            </a:r>
            <a:endParaRPr lang="zh-CN" altLang="en-US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smtClean="0">
                <a:latin typeface="华文行楷" pitchFamily="2" charset="-122"/>
                <a:ea typeface="华文行楷" pitchFamily="2" charset="-122"/>
              </a:rPr>
              <a:t>            干燥</a:t>
            </a:r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少雨气候是形成大范围沙漠的必要条件。在干燥地区，除了岩石风化碎屑物外，还有季节性河流带下的大量泥沙、石子。在地面缺乏植物保护的情况下，经过风的选择，细小的粉尘随风飘落到外围形成黄土，沙子滚动不远就堆积下来形成沙漠，风吹不动的石子则留在原地形成戈壁。戈壁、沙漠常常形成于干燥地区，地形比较低的盆地内。</a:t>
            </a:r>
            <a:endParaRPr lang="zh-CN" altLang="en-US" dirty="0">
              <a:latin typeface="华文行楷" pitchFamily="2" charset="-122"/>
              <a:ea typeface="华文行楷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600" y="548680"/>
            <a:ext cx="7772400" cy="914400"/>
          </a:xfrm>
        </p:spPr>
        <p:txBody>
          <a:bodyPr/>
          <a:lstStyle/>
          <a:p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沙漠防治手册</a:t>
            </a:r>
            <a:endParaRPr lang="zh-CN" altLang="en-US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zh-CN" altLang="en-US" dirty="0" smtClean="0">
                <a:latin typeface="华文楷体 (正文)"/>
                <a:ea typeface="+mj-ea"/>
              </a:rPr>
              <a:t>          </a:t>
            </a:r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尘卷风的外形和威力都要小于龙卷风。一般尘卷风持续时间是</a:t>
            </a:r>
            <a:r>
              <a:rPr lang="en-US" altLang="zh-CN" dirty="0" smtClean="0">
                <a:latin typeface="等线" pitchFamily="2" charset="-122"/>
                <a:ea typeface="等线" pitchFamily="2" charset="-122"/>
              </a:rPr>
              <a:t>1s-N</a:t>
            </a:r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（一位数）。常见的是</a:t>
            </a:r>
            <a:r>
              <a:rPr lang="en-US" altLang="zh-CN" dirty="0" smtClean="0">
                <a:latin typeface="等线" pitchFamily="2" charset="-122"/>
                <a:ea typeface="等线" pitchFamily="2" charset="-122"/>
              </a:rPr>
              <a:t>1s-5s</a:t>
            </a:r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，超过</a:t>
            </a:r>
            <a:r>
              <a:rPr lang="en-US" altLang="zh-CN" dirty="0" smtClean="0">
                <a:latin typeface="华文行楷" pitchFamily="2" charset="-122"/>
                <a:ea typeface="华文行楷" pitchFamily="2" charset="-122"/>
              </a:rPr>
              <a:t>1h</a:t>
            </a:r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的是少部分。因为尘卷风一般不会造成很大的破坏，但有时很强烈的尘卷风会有较大的破坏力。骆驼在沙漠里十分好用。沙漠里拥有一些植物，南美洲沙漠最多的植物就是仙人掌，梭梭（</a:t>
            </a:r>
            <a:r>
              <a:rPr lang="en-US" altLang="zh-CN" dirty="0" smtClean="0">
                <a:latin typeface="等线" pitchFamily="2" charset="-122"/>
                <a:ea typeface="等线" pitchFamily="2" charset="-122"/>
              </a:rPr>
              <a:t>suō</a:t>
            </a:r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）树是温带沙漠最常见的植物，除此之外，沙漠中还有沙拐枣和柽（</a:t>
            </a:r>
            <a:r>
              <a:rPr lang="en-US" altLang="zh-CN" dirty="0" smtClean="0">
                <a:latin typeface="等线" pitchFamily="2" charset="-122"/>
                <a:ea typeface="等线" pitchFamily="2" charset="-122"/>
              </a:rPr>
              <a:t>chēng</a:t>
            </a:r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）柳。胡杨虽然有“沙漠英雄树”之称，但它属于沙漠地区的河岸林，不属于沙漠植物。</a:t>
            </a:r>
            <a:endParaRPr lang="zh-CN" altLang="en-US" dirty="0">
              <a:latin typeface="华文行楷" pitchFamily="2" charset="-122"/>
              <a:ea typeface="华文行楷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600" y="548680"/>
            <a:ext cx="7772400" cy="914400"/>
          </a:xfrm>
        </p:spPr>
        <p:txBody>
          <a:bodyPr/>
          <a:lstStyle/>
          <a:p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沙漠防治手册</a:t>
            </a:r>
            <a:endParaRPr lang="zh-CN" altLang="en-US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dirty="0" smtClean="0">
                <a:latin typeface="华文楷体 (正文)"/>
                <a:ea typeface="+mj-ea"/>
              </a:rPr>
              <a:t>          </a:t>
            </a:r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沙漠中虽然很少下雨，但周围的高山的降雨、降雪。冰雪融水会进入低洼处，那里就会形成绿洲。当沙漠下雨时会出现沙漠花海，十分壮观。白天受太阳炙烤，沙层表面温度迅速升高。经过各种不同的空气层发生折射，出现海市蜃楼，但此时的景象是倒立的。</a:t>
            </a:r>
            <a:endParaRPr lang="zh-CN" altLang="en-US" dirty="0">
              <a:latin typeface="华文行楷" pitchFamily="2" charset="-122"/>
              <a:ea typeface="华文行楷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600" y="548680"/>
            <a:ext cx="7772400" cy="914400"/>
          </a:xfrm>
        </p:spPr>
        <p:txBody>
          <a:bodyPr/>
          <a:lstStyle/>
          <a:p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沙漠防治手册</a:t>
            </a:r>
            <a:endParaRPr lang="zh-CN" altLang="en-US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dirty="0" smtClean="0">
                <a:latin typeface="华文楷体 (正文)"/>
                <a:ea typeface="+mj-ea"/>
              </a:rPr>
              <a:t>          </a:t>
            </a:r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骆驼又被称为“沙漠之舟”，在沙漠中十分常用。沙漠的白天十分炎热，但黑夜因为没有太阳光照射，所以十分寒冷。鸣沙（响沙）会发出声音，所以请不要惊慌。沙漠大多全黄，可能会抑郁。</a:t>
            </a:r>
            <a:endParaRPr lang="en-US" altLang="zh-CN" dirty="0" smtClean="0">
              <a:latin typeface="华文行楷" pitchFamily="2" charset="-122"/>
              <a:ea typeface="华文行楷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600" y="548680"/>
            <a:ext cx="7772400" cy="914400"/>
          </a:xfrm>
        </p:spPr>
        <p:txBody>
          <a:bodyPr/>
          <a:lstStyle/>
          <a:p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沙漠防治手册</a:t>
            </a:r>
            <a:endParaRPr lang="zh-CN" altLang="en-US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dirty="0" smtClean="0">
                <a:latin typeface="华文楷体 (正文)"/>
                <a:ea typeface="+mj-ea"/>
              </a:rPr>
              <a:t>          </a:t>
            </a:r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当土地上的植被遭到破坏，地面失去覆盖时，干旱气候和大风情况下，土地会慢慢沙漠化。土地沙化对农业发展危害极大，土地一旦沙化，想恢复就会特别难，需要</a:t>
            </a:r>
            <a:r>
              <a:rPr lang="en-US" altLang="zh-CN" dirty="0" smtClean="0">
                <a:latin typeface="华文行楷" pitchFamily="2" charset="-122"/>
                <a:ea typeface="华文行楷" pitchFamily="2" charset="-122"/>
              </a:rPr>
              <a:t>10</a:t>
            </a:r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年到</a:t>
            </a:r>
            <a:r>
              <a:rPr lang="en-US" altLang="zh-CN" dirty="0" smtClean="0">
                <a:latin typeface="华文行楷" pitchFamily="2" charset="-122"/>
                <a:ea typeface="华文行楷" pitchFamily="2" charset="-122"/>
              </a:rPr>
              <a:t>1000</a:t>
            </a:r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年以上才能恢复。可以植树种草预防沙漠化，但更重要的是保护现有植被。沙漠拥有很多资源。柏柏尔人在撒哈拉沙漠下掏洞而居。</a:t>
            </a:r>
            <a:endParaRPr lang="en-US" altLang="zh-CN" dirty="0" smtClean="0">
              <a:latin typeface="华文行楷" pitchFamily="2" charset="-122"/>
              <a:ea typeface="华文行楷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600" y="548680"/>
            <a:ext cx="7772400" cy="914400"/>
          </a:xfrm>
        </p:spPr>
        <p:txBody>
          <a:bodyPr/>
          <a:lstStyle/>
          <a:p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沙漠防治手册</a:t>
            </a:r>
            <a:endParaRPr lang="zh-CN" altLang="en-US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smtClean="0">
                <a:latin typeface="华文行楷" pitchFamily="2" charset="-122"/>
                <a:ea typeface="华文行楷" pitchFamily="2" charset="-122"/>
              </a:rPr>
              <a:t>注解：</a:t>
            </a:r>
            <a:endParaRPr lang="en-US" altLang="zh-CN" dirty="0" smtClean="0">
              <a:latin typeface="华文行楷" pitchFamily="2" charset="-122"/>
              <a:ea typeface="华文行楷" pitchFamily="2" charset="-122"/>
            </a:endParaRPr>
          </a:p>
          <a:p>
            <a:pPr>
              <a:buNone/>
            </a:pPr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①拉克伊斯 </a:t>
            </a:r>
            <a:r>
              <a:rPr lang="en-US" altLang="zh-CN" dirty="0" smtClean="0">
                <a:latin typeface="华文行楷" pitchFamily="2" charset="-122"/>
                <a:ea typeface="华文行楷" pitchFamily="2" charset="-122"/>
              </a:rPr>
              <a:t>· </a:t>
            </a:r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马拉赫塞斯沙漠降雨有时多。</a:t>
            </a:r>
            <a:endParaRPr lang="en-US" altLang="zh-CN" dirty="0" smtClean="0">
              <a:latin typeface="华文行楷" pitchFamily="2" charset="-122"/>
              <a:ea typeface="华文行楷" pitchFamily="2" charset="-122"/>
            </a:endParaRPr>
          </a:p>
          <a:p>
            <a:pPr>
              <a:buNone/>
            </a:pPr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②纳米比沙漠富含铁质</a:t>
            </a:r>
            <a:r>
              <a:rPr lang="zh-CN" altLang="en-US" smtClean="0">
                <a:latin typeface="华文行楷" pitchFamily="2" charset="-122"/>
                <a:ea typeface="华文行楷" pitchFamily="2" charset="-122"/>
              </a:rPr>
              <a:t>，所以沙子像</a:t>
            </a:r>
            <a:r>
              <a:rPr lang="zh-CN" altLang="en-US" dirty="0" smtClean="0">
                <a:latin typeface="华文行楷" pitchFamily="2" charset="-122"/>
                <a:ea typeface="华文行楷" pitchFamily="2" charset="-122"/>
              </a:rPr>
              <a:t>血一样红。</a:t>
            </a:r>
            <a:endParaRPr lang="en-US" altLang="zh-CN" dirty="0" smtClean="0">
              <a:latin typeface="华文行楷" pitchFamily="2" charset="-122"/>
              <a:ea typeface="华文行楷" pitchFamily="2" charset="-122"/>
            </a:endParaRPr>
          </a:p>
          <a:p>
            <a:pPr>
              <a:buNone/>
            </a:pPr>
            <a:r>
              <a:rPr lang="zh-CN" altLang="en-US" smtClean="0">
                <a:latin typeface="华文行楷" pitchFamily="2" charset="-122"/>
                <a:ea typeface="华文行楷" pitchFamily="2" charset="-122"/>
              </a:rPr>
              <a:t>③塔克拉玛干沙漠于冬天时可能下雪（根据情况）。</a:t>
            </a:r>
            <a:endParaRPr lang="zh-CN" altLang="en-US" dirty="0">
              <a:latin typeface="华文行楷" pitchFamily="2" charset="-122"/>
              <a:ea typeface="华文行楷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S.F.C.Community Edition</a:t>
            </a:r>
            <a:br>
              <a:rPr lang="en-US" altLang="zh-CN" smtClean="0"/>
            </a:br>
            <a:r>
              <a:rPr lang="zh-CN" altLang="en-US" smtClean="0">
                <a:latin typeface="华文行楷" pitchFamily="2" charset="-122"/>
                <a:ea typeface="华文行楷" pitchFamily="2" charset="-122"/>
              </a:rPr>
              <a:t>制作人员</a:t>
            </a:r>
            <a:endParaRPr lang="zh-CN" altLang="en-US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CN" smtClean="0"/>
              <a:t>S.F.C team</a:t>
            </a:r>
          </a:p>
          <a:p>
            <a:r>
              <a:rPr lang="en-US" altLang="zh-CN" smtClean="0"/>
              <a:t>S.F.C Community team</a:t>
            </a:r>
          </a:p>
          <a:p>
            <a:r>
              <a:rPr lang="en-US" altLang="zh-CN" smtClean="0"/>
              <a:t>S.F.C Community Edition team(old)</a:t>
            </a:r>
          </a:p>
          <a:p>
            <a:r>
              <a:rPr lang="en-US" altLang="zh-CN" smtClean="0"/>
              <a:t>E&amp;B Team for S.F.C.</a:t>
            </a:r>
          </a:p>
          <a:p>
            <a:r>
              <a:rPr lang="en-US" altLang="zh-CN" smtClean="0"/>
              <a:t>E&amp;B Team for S.F.C. Community Edition</a:t>
            </a:r>
          </a:p>
          <a:p>
            <a:r>
              <a:rPr lang="en-US" altLang="zh-CN" smtClean="0"/>
              <a:t>B&amp;C Team for S.F.C. Old bgm</a:t>
            </a:r>
          </a:p>
          <a:p>
            <a:r>
              <a:rPr lang="en-US" altLang="zh-CN" smtClean="0"/>
              <a:t>D.F.C.E. Team By E&amp;B</a:t>
            </a:r>
          </a:p>
          <a:p>
            <a:r>
              <a:rPr lang="en-US" altLang="zh-CN" smtClean="0"/>
              <a:t>E&amp;B</a:t>
            </a:r>
          </a:p>
          <a:p>
            <a:r>
              <a:rPr lang="zh-CN" altLang="en-US" smtClean="0">
                <a:latin typeface="华文行楷" pitchFamily="2" charset="-122"/>
                <a:ea typeface="华文行楷" pitchFamily="2" charset="-122"/>
              </a:rPr>
              <a:t>使用</a:t>
            </a:r>
            <a:r>
              <a:rPr lang="en-US" altLang="zh-CN" smtClean="0"/>
              <a:t>Microsoft Power Point </a:t>
            </a:r>
            <a:r>
              <a:rPr lang="en-US" altLang="zh-CN" smtClean="0">
                <a:latin typeface="等线" pitchFamily="2" charset="-122"/>
                <a:ea typeface="等线" pitchFamily="2" charset="-122"/>
              </a:rPr>
              <a:t>2007</a:t>
            </a:r>
            <a:r>
              <a:rPr lang="zh-CN" altLang="en-US" smtClean="0">
                <a:latin typeface="华文行楷" pitchFamily="2" charset="-122"/>
                <a:ea typeface="华文行楷" pitchFamily="2" charset="-122"/>
              </a:rPr>
              <a:t>制作</a:t>
            </a:r>
            <a:endParaRPr lang="en-US" altLang="zh-CN" smtClean="0">
              <a:latin typeface="华文行楷" pitchFamily="2" charset="-122"/>
              <a:ea typeface="华文行楷" pitchFamily="2" charset="-122"/>
            </a:endParaRPr>
          </a:p>
          <a:p>
            <a:r>
              <a:rPr lang="en-US" altLang="zh-CN" smtClean="0">
                <a:ea typeface="等线 Light" pitchFamily="2" charset="-122"/>
              </a:rPr>
              <a:t>Input Output Stream And Dog</a:t>
            </a:r>
          </a:p>
          <a:p>
            <a:r>
              <a:rPr lang="en-US" altLang="zh-CN" smtClean="0">
                <a:ea typeface="等线 Light" pitchFamily="2" charset="-122"/>
              </a:rPr>
              <a:t>End And Blssom</a:t>
            </a:r>
          </a:p>
          <a:p>
            <a:r>
              <a:rPr lang="en-US" altLang="zh-CN" smtClean="0">
                <a:ea typeface="等线 Light" pitchFamily="2" charset="-122"/>
              </a:rPr>
              <a:t>B&amp;C Team for S.F.C. New Bgm</a:t>
            </a:r>
          </a:p>
          <a:p>
            <a:r>
              <a:rPr lang="en-US" altLang="zh-CN" smtClean="0">
                <a:ea typeface="等线 Light" pitchFamily="2" charset="-122"/>
              </a:rPr>
              <a:t>Just died queen team</a:t>
            </a:r>
            <a:endParaRPr lang="zh-CN" altLang="en-US">
              <a:ea typeface="等线 Light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b="0" dirty="0" smtClean="0">
                <a:latin typeface="华文行楷" pitchFamily="2" charset="-122"/>
                <a:ea typeface="华文行楷" pitchFamily="2" charset="-122"/>
              </a:rPr>
              <a:t>完</a:t>
            </a:r>
            <a:endParaRPr lang="zh-CN" altLang="en-US" b="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altLang="zh-CN" dirty="0" smtClean="0">
                <a:latin typeface="华文行楷" pitchFamily="2" charset="-122"/>
                <a:ea typeface="华文行楷" pitchFamily="2" charset="-122"/>
              </a:rPr>
              <a:t>The End</a:t>
            </a:r>
            <a:endParaRPr lang="zh-CN" altLang="en-US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71736" y="1214422"/>
            <a:ext cx="500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>
                <a:latin typeface="华文行楷" pitchFamily="2" charset="-122"/>
                <a:ea typeface="华文行楷" pitchFamily="2" charset="-122"/>
              </a:rPr>
              <a:t>感谢使用沙漠防治手册</a:t>
            </a:r>
            <a:r>
              <a:rPr lang="en-US" altLang="zh-CN" smtClean="0">
                <a:latin typeface="等线" pitchFamily="2" charset="-122"/>
                <a:ea typeface="等线" pitchFamily="2" charset="-122"/>
              </a:rPr>
              <a:t>Community Edition</a:t>
            </a:r>
            <a:r>
              <a:rPr lang="zh-CN" altLang="en-US" smtClean="0">
                <a:latin typeface="等线" pitchFamily="2" charset="-122"/>
                <a:ea typeface="等线" pitchFamily="2" charset="-122"/>
              </a:rPr>
              <a:t>！</a:t>
            </a:r>
            <a:endParaRPr lang="zh-CN" altLang="en-US" dirty="0">
              <a:latin typeface="等线" pitchFamily="2" charset="-122"/>
              <a:ea typeface="等线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穿越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穿越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穿越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175</TotalTime>
  <Words>578</Words>
  <Application>Microsoft Office PowerPoint</Application>
  <PresentationFormat>全屏显示(4:3)</PresentationFormat>
  <Paragraphs>38</Paragraphs>
  <Slides>10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穿越</vt:lpstr>
      <vt:lpstr>沙漠防治手册</vt:lpstr>
      <vt:lpstr>Community Edition-snapshot 26w01a</vt:lpstr>
      <vt:lpstr>沙漠防治手册</vt:lpstr>
      <vt:lpstr>沙漠防治手册</vt:lpstr>
      <vt:lpstr>沙漠防治手册</vt:lpstr>
      <vt:lpstr>沙漠防治手册</vt:lpstr>
      <vt:lpstr>沙漠防治手册</vt:lpstr>
      <vt:lpstr>沙漠防治手册</vt:lpstr>
      <vt:lpstr>S.F.C.Community Edition 制作人员</vt:lpstr>
      <vt:lpstr>完</vt:lpstr>
    </vt:vector>
  </TitlesOfParts>
  <Manager>孙烁宸</Manager>
  <Company>End And Blssom;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沙漠防治手册</dc:title>
  <dc:creator>End And Blssom; 苏煜最笨</dc:creator>
  <dc:description>苏煜最笨</dc:description>
  <cp:lastModifiedBy>联想</cp:lastModifiedBy>
  <cp:revision>39</cp:revision>
  <dcterms:created xsi:type="dcterms:W3CDTF">2024-06-10T08:51:47Z</dcterms:created>
  <dcterms:modified xsi:type="dcterms:W3CDTF">2026-01-31T08:28:48Z</dcterms:modified>
  <dc:language>简体中文</dc:language>
  <cp:version>2.2正式版</cp:version>
</cp:coreProperties>
</file>